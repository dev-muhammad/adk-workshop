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A3A7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agent!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4864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108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 разработки агента на Google ADK + Python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Hello, Agent! до streaming, callbacks, evaluation и деплоя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Воркшоп · ~2 ч 30 мин · Hands-on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6576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ЗНАКОМСТВО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Пару слов обо мне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194560" cy="219456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3200400" y="1691640"/>
            <a:ext cx="5486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1691640"/>
            <a:ext cx="73152" cy="9144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7373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Мухаммад Абдугафаров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29000" y="21488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Engineer · Founder of Lookona Labs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2788920"/>
            <a:ext cx="178308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0" y="2843784"/>
            <a:ext cx="1783080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29718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329184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Создаю AI-агентов для бизнеса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56632" y="2788920"/>
            <a:ext cx="178308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2843784"/>
            <a:ext cx="1783080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93792" y="29718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ЭТОГО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93792" y="329184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лет в разработке ПО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12864" y="2788920"/>
            <a:ext cx="1783080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6912864" y="2843784"/>
            <a:ext cx="1783080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50024" y="29718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СЦЕНЕ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50024" y="329184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года выступаю на Tech митапах и организую их в рамках GDG Khujand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muhammads.site   ·   linkedin.com/in/muhammad-abdugafarov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681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github.com/dev-muhammad   ·   t.me/muhammad_babolo   ·   instagram.com/muhammad.babolo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AI agent! · 2/17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воркшопа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блоков · ~2 ч 30 мин · можно собирать compact/standard/extended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AI-агент и архитектура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11880" y="1325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мин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setup, ADK CLI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18745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мин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агент: Hello, Agent!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11880" y="2423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мин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function tools + google_search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11880" y="29718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мин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Sessions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11880" y="3520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мин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(SSE / BIDI)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11880" y="40690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мин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13716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2064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Callbacks: логирование, guardrails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818120" y="1325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мин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192024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466344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2064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и MCP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818120" y="18745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мин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246888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2064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evalset, метрики, pytest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818120" y="2423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мин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301752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466344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206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Agent Engine / Cloud Run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818120" y="29718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мин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35661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6" name="Text 44"/>
          <p:cNvSpPr/>
          <p:nvPr/>
        </p:nvSpPr>
        <p:spPr>
          <a:xfrm>
            <a:off x="466344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12064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+ куда двигаться дальше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818120" y="3520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мин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AI agent! · 3/17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1 · Что такое AI-агент?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vs Agent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73152"/>
          </a:xfrm>
          <a:prstGeom prst="rect">
            <a:avLst/>
          </a:prstGeom>
          <a:solidFill>
            <a:srgbClr val="5A6C8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«Мозг» — умеет рассуждать и генерировать текст.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pPr indent="0" marL="0">
              <a:buNone/>
            </a:pPr>
            <a:r>
              <a:rPr lang="en-US" sz="1600" dirty="0">
                <a:solidFill>
                  <a:srgbClr val="5A6C8C"/>
                </a:solidFill>
              </a:rPr>
              <a:t>  →  </a:t>
            </a:r>
            <a:pPr indent="0" marL="0">
              <a:buNone/>
            </a:pPr>
            <a:r>
              <a:rPr lang="en-US" sz="16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вход → один выход.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действий, нет памяти, нет цикла.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371600"/>
            <a:ext cx="393192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«Сотрудник» с мозгом, инструкциями, инструментами и памятью.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думай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→ </a:t>
            </a:r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действуй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→ </a:t>
            </a:r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наблюдай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продолжается, пока задача не решена.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657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Может: вызывать API, помнить, делегировать,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проверять себя, спрашивать пользователя.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AI agent! · 4/17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агента в ADK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компонентов, которые мы покроем сегодня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645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64592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Gemini, Claude, Ollama…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94560" y="1371600"/>
            <a:ext cx="1645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94560" y="1371600"/>
            <a:ext cx="164592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86000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Роль, правила, стиль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31920" y="1371600"/>
            <a:ext cx="1645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31920" y="1371600"/>
            <a:ext cx="164592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4023360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2336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23360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 и API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0" y="1371600"/>
            <a:ext cx="1645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0" y="1371600"/>
            <a:ext cx="164592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0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6072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/ State / Memory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60720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Короткая и долгая память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06640" y="1371600"/>
            <a:ext cx="1645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06640" y="1371600"/>
            <a:ext cx="164592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98080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Делегирование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926080"/>
            <a:ext cx="1645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2926080"/>
            <a:ext cx="164592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3383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3794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Внешние tools-серверы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194560" y="2926080"/>
            <a:ext cx="1645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194560" y="2926080"/>
            <a:ext cx="164592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7" name="Text 35"/>
          <p:cNvSpPr/>
          <p:nvPr/>
        </p:nvSpPr>
        <p:spPr>
          <a:xfrm>
            <a:off x="2286000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286000" y="3383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286000" y="3794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Логирование, guardrails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31920" y="2926080"/>
            <a:ext cx="1645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931920" y="2926080"/>
            <a:ext cx="164592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2" name="Text 40"/>
          <p:cNvSpPr/>
          <p:nvPr/>
        </p:nvSpPr>
        <p:spPr>
          <a:xfrm>
            <a:off x="4023360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023360" y="3383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023360" y="3794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/ BIDI / Live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669280" y="2926080"/>
            <a:ext cx="1645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669280" y="2926080"/>
            <a:ext cx="164592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7" name="Text 45"/>
          <p:cNvSpPr/>
          <p:nvPr/>
        </p:nvSpPr>
        <p:spPr>
          <a:xfrm>
            <a:off x="5760720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760720" y="3383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760720" y="3794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качества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406640" y="2926080"/>
            <a:ext cx="1645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406640" y="2926080"/>
            <a:ext cx="164592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2" name="Text 50"/>
          <p:cNvSpPr/>
          <p:nvPr/>
        </p:nvSpPr>
        <p:spPr>
          <a:xfrm>
            <a:off x="7498080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498080" y="3383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/ Deploy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498080" y="3794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web, Agent Engine, Cloud Run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ADK покрывает все 10 компонентов из коробки — Python, TypeScript, Go, Java.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AI agent! · 5/17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2 · Project setup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папок и ADK CLI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проекта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2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parent_folder/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2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my_first_agent/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2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__init__.py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2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agent.py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2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.env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14600" y="212140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имя папки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from . import agent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root_agent = …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GOOGLE_API_KEY=…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root_agent — обязательная переменная.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adk web/run запускать из parent_folder.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CLI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adk run &lt;agent&gt;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1228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 в терминале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adk web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1228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UI на :8000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adk api_server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1228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для тестов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adk eval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evalset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adk deploy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228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Engine / Cloud Run / GKE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AI agent! · 6/17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3 · Первый агент: Hello, Agent!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Минимальный код — только LLM + instruction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029200" cy="3200400"/>
          </a:xfrm>
          <a:prstGeom prst="rect">
            <a:avLst/>
          </a:prstGeom>
          <a:solidFill>
            <a:srgbClr val="0F1729"/>
          </a:solidFill>
          <a:ln/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32004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google.adk.agents import Agent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root_agent = Agent(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name="python_helper",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model="gemini-2.5-flash",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description="Помощник по Python.",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instruction=(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"Ты — наставник по Python. 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"Отвечай кратко, с примерами."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шага и поехали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0" y="178308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0936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google-adk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2057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.env с GOOGLE_API_KEY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269748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web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971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UI на http://localhost:8000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361188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3611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Выбрать my_first_agent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dropdown и чатиться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AI agent! · 7/17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4 · Tools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tools + built-in google_search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3200400"/>
          </a:xfrm>
          <a:prstGeom prst="rect">
            <a:avLst/>
          </a:prstGeom>
          <a:solidFill>
            <a:srgbClr val="0F1729"/>
          </a:solidFill>
          <a:ln/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32004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get_weather(city: str) -&gt; dict: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"""Возвращает погоду в городе.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city: Название города на английском.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{"status": "success", "report": "..."}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root_agent = Agent(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name="weather_agent",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model="gemini-2.5-flash",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instruction="Используй get_weather для погоды.",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tools=[get_weather],   # ← просто список функций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2560320" cy="3200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5508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увидит LLM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18745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имя функции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type hints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docstring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имена параметров
</a:t>
            </a:r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пишите аккуратно!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55080" y="3383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Built-in: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google_search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code_execution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AI agent! · 8/17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5 · Memory &amp; Sessions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уровня памяти в ADK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031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сообщений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разговор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session_service.create_session(...)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68880"/>
            <a:ext cx="73152" cy="9144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0312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Структурированные данные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session.state — dict-like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tool_context.state["favorite_city"] = "Tashkent"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2044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10312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 сессиями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0312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Профиль, RAG, долгая память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3794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MemoryService — Vertex AI, БД, Redis…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AI agent! · 9/17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6 · Streaming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режима потоковой выдачи ответа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solidFill>
            <a:srgbClr val="5A6C8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streaming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целиком (default)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Batch, простые задачи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13716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371600"/>
            <a:ext cx="2743200" cy="4572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2044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2331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Token-by-token поток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0440" y="3337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Чаты, ассистенты ★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3716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371600"/>
            <a:ext cx="27432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(Live API)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2331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Двусторонний канал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3337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Голос, видео, прерывания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RunConfig(streaming_mode=StreamingMode.SSE, max_llm_calls=20)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AI agent! · 10/17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7 · Callbacks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точек расширения работы агента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8229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before_agent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запуска агента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CallbackContext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Content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371600"/>
            <a:ext cx="73152" cy="8229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after_agent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737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завершения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6656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CallbackContext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6656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Content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28600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286000"/>
            <a:ext cx="73152" cy="8229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before_model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вызова LLM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LlmRequest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LlmResponse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28600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286000"/>
            <a:ext cx="73152" cy="8229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after_model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ответа LLM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6656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LlmResponse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6656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LlmResponse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20040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200400"/>
            <a:ext cx="73152" cy="8229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before_tool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3566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вызова tool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6032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tool, args, ctx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56032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dict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20040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200400"/>
            <a:ext cx="73152" cy="8229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after_tool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46320" y="3566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tool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6656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tool_response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6656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dict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Вернул значение → шаг пропускается. Вернул None → продолжаем как обычно.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AI agent! · 11/17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Callbacks: пример guardrail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before_model_callback блокирует запрос до вызова LLM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3383280"/>
          </a:xfrm>
          <a:prstGeom prst="rect">
            <a:avLst/>
          </a:prstGeom>
          <a:solidFill>
            <a:srgbClr val="0F1729"/>
          </a:solidFill>
          <a:ln/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33832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 = ("api_key", "password", "пароль")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block_secrets(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callback_context: CallbackContext,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llm_request: LlmRequest,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Optional[LlmResponse]: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llm_request.contents[-1].parts[0].text.lower()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any(w in text for w in BLOCKED):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LlmResponse(content=types.Content(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role="model",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parts=[types.Part(text="Не обсуждаю секреты.")],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None  # пропускаем как обычно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LlmAgent(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before_model_callback=block_secrets,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2560320" cy="33832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5508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применять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187452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Логи в Datadog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PII-фильтры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Кэш LLM-ответов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Подмена tool args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Подпись/disclaimer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Метаданные в prompt
</a:t>
            </a:r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Безопасность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AI agent! · 12/17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8 · Sub-agents и MCP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Декомпозиция и подключение внешних tools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система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554480" y="196596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965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flipH="1">
            <a:off x="1554480" y="2514600"/>
            <a:ext cx="960120" cy="68580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14600" y="2514600"/>
            <a:ext cx="960120" cy="68580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31520" y="320040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00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google_search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51760" y="320040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3200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создаёт статью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sub_agents=[researcher, writer]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9377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«USB-C для AI-агентов»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286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стандарт подключения внешних tools и данных.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серверы: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246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· GitHub · Slack · Notion · Postgres · Stripe · …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google.adk.tools.mcp_tool.mcp_toolset import MCPToolset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AI agent! · 13/17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9 · Evaluation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способа замерить качество агента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74320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adk web → Eval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Интерактивно, для исследования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371600"/>
            <a:ext cx="274320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adk eval &lt;agent&gt; &lt;set&gt;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CI/CD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371600"/>
            <a:ext cx="274320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AgentEvaluator.evaluate(…)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Регрессионные тесты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8229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метрики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347472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tool_trajectory_avg_score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0" y="347472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Совпадение последовательности tool-вызовов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721608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response_match_score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31920" y="3721608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ROUGE-1 с эталонным ответом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396849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final_response_match_v2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31920" y="396849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семантическое сходство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2153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hallucinations_v1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931920" y="4215384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на «галлюцинации» против контекста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446227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safety_v1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931920" y="4462272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(Vertex AI Eval SDK)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AI agent! · 14/17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pytest-обёртка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кода — максимум регрессий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029200" cy="3200400"/>
          </a:xfrm>
          <a:prstGeom prst="rect">
            <a:avLst/>
          </a:prstGeom>
          <a:solidFill>
            <a:srgbClr val="0F1729"/>
          </a:solidFill>
          <a:ln/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32004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tests/test_agent.py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pathlib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pytest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google.adk.evaluation.agent_evaluator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import AgentEvaluator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HERE = pathlib.Path(__file__).parent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@pytest.mark.asyncio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test_basic_evalset():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AgentEvaluator.evaluate(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agent_module="my_first_agent",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eval_dataset_file_path_or_dir=str(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HERE / "basic.evalset.json"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1371600"/>
            <a:ext cx="3017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5216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tests/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0" y="187452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2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my_first_agent/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2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__init__.py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2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agent.py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2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tests/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2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test_config.json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2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basic.evalset.json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2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test_agent.py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5216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-v my_first_agent/tests/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AI agent! · 15/17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10 · Deployment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managed-варианта от Google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13716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Engine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· полностью managed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Production-grade, A2A, sessions/memory из коробки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137160" cy="9601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контейнер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2788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 и дешёвый старт, своё хранилище сессий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611880"/>
            <a:ext cx="137160" cy="960120"/>
          </a:xfrm>
          <a:prstGeom prst="rect">
            <a:avLst/>
          </a:prstGeom>
          <a:solidFill>
            <a:srgbClr val="5A6C8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0" y="3886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уже живёте в K8s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InMemorySessionService в продакшене не годится. Берите DatabaseSessionService / VertexAiSessionService.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AI agent! · 16/17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куда двигаться дальше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0" y="2103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google.github.io/adk-docs/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Quickstart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2468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google.github.io/adk-docs/get-started/quickstart/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dev guide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2834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google.github.io/adk-docs/streaming/dev-guide/part1/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(типы)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google.github.io/adk-docs/callbacks/types-of-callbacks/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3566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google.github.io/adk-docs/evaluate/criteria/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на GitHub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0896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github.com/google/adk-samples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modelcontextprotocol.io/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your first AI agent!</dc:title>
  <dc:subject>Google ADK + Python</dc:subject>
  <dc:creator>ADK Workshop</dc:creator>
  <cp:lastModifiedBy>ADK Workshop</cp:lastModifiedBy>
  <cp:revision>1</cp:revision>
  <dcterms:created xsi:type="dcterms:W3CDTF">2026-05-23T03:11:04Z</dcterms:created>
  <dcterms:modified xsi:type="dcterms:W3CDTF">2026-05-23T03:11:04Z</dcterms:modified>
</cp:coreProperties>
</file>